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8385C-8A94-16F7-6EB1-03F10E2E1298}" v="5" dt="2026-06-19T20:49:20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Medina" userId="70e2d102fea2be0b" providerId="Windows Live" clId="Web-{28E8385C-8A94-16F7-6EB1-03F10E2E1298}"/>
    <pc:docChg chg="modSld">
      <pc:chgData name="Carolina Medina" userId="70e2d102fea2be0b" providerId="Windows Live" clId="Web-{28E8385C-8A94-16F7-6EB1-03F10E2E1298}" dt="2026-06-19T20:49:20.926" v="4" actId="14100"/>
      <pc:docMkLst>
        <pc:docMk/>
      </pc:docMkLst>
      <pc:sldChg chg="addSp modSp">
        <pc:chgData name="Carolina Medina" userId="70e2d102fea2be0b" providerId="Windows Live" clId="Web-{28E8385C-8A94-16F7-6EB1-03F10E2E1298}" dt="2026-06-19T20:49:20.926" v="4" actId="14100"/>
        <pc:sldMkLst>
          <pc:docMk/>
          <pc:sldMk cId="2391963198" sldId="256"/>
        </pc:sldMkLst>
        <pc:picChg chg="add mod">
          <ac:chgData name="Carolina Medina" userId="70e2d102fea2be0b" providerId="Windows Live" clId="Web-{28E8385C-8A94-16F7-6EB1-03F10E2E1298}" dt="2026-06-19T20:49:20.926" v="4" actId="14100"/>
          <ac:picMkLst>
            <pc:docMk/>
            <pc:sldMk cId="2391963198" sldId="256"/>
            <ac:picMk id="2" creationId="{940DD14E-9A2F-BEB9-BA28-E596FDF87D46}"/>
          </ac:picMkLst>
        </pc:picChg>
        <pc:picChg chg="mod">
          <ac:chgData name="Carolina Medina" userId="70e2d102fea2be0b" providerId="Windows Live" clId="Web-{28E8385C-8A94-16F7-6EB1-03F10E2E1298}" dt="2026-06-19T20:49:14.191" v="3" actId="1076"/>
          <ac:picMkLst>
            <pc:docMk/>
            <pc:sldMk cId="2391963198" sldId="256"/>
            <ac:picMk id="1026" creationId="{DBCE0F62-5978-5D25-A8E3-872B6D0A991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 dirty="0"/>
            <a:t>Nombre de estudiante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/>
            <a:t>Nombre de estudiante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99FF0D0F-282A-4030-9AF5-3B7621881539}">
      <dgm:prSet phldrT="[Texto]"/>
      <dgm:spPr/>
      <dgm:t>
        <a:bodyPr/>
        <a:lstStyle/>
        <a:p>
          <a:r>
            <a:rPr lang="es-MX" dirty="0"/>
            <a:t>Nombre de estudiante</a:t>
          </a:r>
          <a:endParaRPr lang="es-CL" dirty="0"/>
        </a:p>
      </dgm:t>
    </dgm:pt>
    <dgm:pt modelId="{A86F315C-C500-49D7-B443-1D58BD48589A}" type="parTrans" cxnId="{4FE7AF63-70AC-4ED4-8BFB-DCB2408F3318}">
      <dgm:prSet/>
      <dgm:spPr/>
      <dgm:t>
        <a:bodyPr/>
        <a:lstStyle/>
        <a:p>
          <a:endParaRPr lang="es-CL"/>
        </a:p>
      </dgm:t>
    </dgm:pt>
    <dgm:pt modelId="{1CCC8D2D-CD28-4814-B055-28ABD65CA276}" type="sibTrans" cxnId="{4FE7AF63-70AC-4ED4-8BFB-DCB2408F3318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A2BD12B5-7AB5-4859-B57E-1E77C0ED35DF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35EEEEB1-B116-40C6-8142-8F938AF38B0B}" type="sibTrans" cxnId="{D5771F2D-99A4-4884-A896-FA1E2DEFDD88}">
      <dgm:prSet/>
      <dgm:spPr/>
      <dgm:t>
        <a:bodyPr/>
        <a:lstStyle/>
        <a:p>
          <a:endParaRPr lang="es-CL"/>
        </a:p>
      </dgm:t>
    </dgm:pt>
    <dgm:pt modelId="{AC7F7F07-A811-4CCD-BBFE-DAA4D1F5EE40}" type="parTrans" cxnId="{D5771F2D-99A4-4884-A896-FA1E2DEFDD88}">
      <dgm:prSet/>
      <dgm:spPr/>
      <dgm:t>
        <a:bodyPr/>
        <a:lstStyle/>
        <a:p>
          <a:endParaRPr lang="es-CL"/>
        </a:p>
      </dgm:t>
    </dgm:pt>
    <dgm:pt modelId="{D546635F-000B-49DF-BB26-293CCA777400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B01A0825-9EDF-4B9A-B345-1B486D914AD4}" type="sibTrans" cxnId="{AC0A7FF3-EEC4-470A-823E-BF7AF1556A99}">
      <dgm:prSet/>
      <dgm:spPr/>
      <dgm:t>
        <a:bodyPr/>
        <a:lstStyle/>
        <a:p>
          <a:endParaRPr lang="es-CL"/>
        </a:p>
      </dgm:t>
    </dgm:pt>
    <dgm:pt modelId="{5437D343-BECF-4620-B6C7-7088D8BBD91B}" type="parTrans" cxnId="{AC0A7FF3-EEC4-470A-823E-BF7AF1556A99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3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3"/>
      <dgm:spPr/>
    </dgm:pt>
    <dgm:pt modelId="{52D125D2-FCA7-4A2D-AB39-B6BD54F251F2}" type="pres">
      <dgm:prSet presAssocID="{78BFB295-8F5D-4286-B72B-79142F8F0E13}" presName="text" presStyleLbl="node1" presStyleIdx="0" presStyleCnt="3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3"/>
      <dgm:spPr/>
    </dgm:pt>
    <dgm:pt modelId="{3F97C059-D720-4D48-953F-B84D04D0BF79}" type="pres">
      <dgm:prSet presAssocID="{02A34BC0-F8BA-4A89-87A4-4F20079DFD06}" presName="img" presStyleLbl="fgImgPlace1" presStyleIdx="1" presStyleCnt="3"/>
      <dgm:spPr/>
    </dgm:pt>
    <dgm:pt modelId="{CFFDF23F-D296-4CDF-8EE4-8A672559E207}" type="pres">
      <dgm:prSet presAssocID="{02A34BC0-F8BA-4A89-87A4-4F20079DFD06}" presName="text" presStyleLbl="node1" presStyleIdx="1" presStyleCnt="3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536722F8-2BA5-41A1-87DF-BBB1AF7DCA80}" type="pres">
      <dgm:prSet presAssocID="{99FF0D0F-282A-4030-9AF5-3B7621881539}" presName="comp" presStyleCnt="0"/>
      <dgm:spPr/>
    </dgm:pt>
    <dgm:pt modelId="{F36F4ED1-B414-46B8-A8C5-C0FB11F5CFBC}" type="pres">
      <dgm:prSet presAssocID="{99FF0D0F-282A-4030-9AF5-3B7621881539}" presName="box" presStyleLbl="node1" presStyleIdx="2" presStyleCnt="3"/>
      <dgm:spPr/>
    </dgm:pt>
    <dgm:pt modelId="{7C6A764B-C67C-494C-B90E-7B3C3DDE54A4}" type="pres">
      <dgm:prSet presAssocID="{99FF0D0F-282A-4030-9AF5-3B7621881539}" presName="img" presStyleLbl="fgImgPlace1" presStyleIdx="2" presStyleCnt="3"/>
      <dgm:spPr/>
    </dgm:pt>
    <dgm:pt modelId="{0E12AD21-08CC-4736-A269-DD5234F9D874}" type="pres">
      <dgm:prSet presAssocID="{99FF0D0F-282A-4030-9AF5-3B7621881539}" presName="text" presStyleLbl="node1" presStyleIdx="2" presStyleCnt="3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D5771F2D-99A4-4884-A896-FA1E2DEFDD88}" srcId="{99FF0D0F-282A-4030-9AF5-3B7621881539}" destId="{A2BD12B5-7AB5-4859-B57E-1E77C0ED35DF}" srcOrd="0" destOrd="0" parTransId="{AC7F7F07-A811-4CCD-BBFE-DAA4D1F5EE40}" sibTransId="{35EEEEB1-B116-40C6-8142-8F938AF38B0B}"/>
    <dgm:cxn modelId="{3A21ED2D-BFFE-4942-BD04-AB5B9DC419E5}" type="presOf" srcId="{99FF0D0F-282A-4030-9AF5-3B7621881539}" destId="{F36F4ED1-B414-46B8-A8C5-C0FB11F5CFBC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040FC75B-63D6-4205-A996-7A824AA266CE}" type="presOf" srcId="{A2BD12B5-7AB5-4859-B57E-1E77C0ED35DF}" destId="{0E12AD21-08CC-4736-A269-DD5234F9D874}" srcOrd="1" destOrd="1" presId="urn:microsoft.com/office/officeart/2005/8/layout/vList4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4FE7AF63-70AC-4ED4-8BFB-DCB2408F3318}" srcId="{BE45140C-C326-4DAA-A267-498AD5117D68}" destId="{99FF0D0F-282A-4030-9AF5-3B7621881539}" srcOrd="2" destOrd="0" parTransId="{A86F315C-C500-49D7-B443-1D58BD48589A}" sibTransId="{1CCC8D2D-CD28-4814-B055-28ABD65CA276}"/>
    <dgm:cxn modelId="{3F2A6752-A5BB-4F63-B720-93C45E0B4F56}" type="presOf" srcId="{D546635F-000B-49DF-BB26-293CCA777400}" destId="{F36F4ED1-B414-46B8-A8C5-C0FB11F5CFBC}" srcOrd="0" destOrd="2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FBEF4C9A-E5D4-462C-B35F-96C87426BEAB}" type="presOf" srcId="{A2BD12B5-7AB5-4859-B57E-1E77C0ED35DF}" destId="{F36F4ED1-B414-46B8-A8C5-C0FB11F5CFBC}" srcOrd="0" destOrd="1" presId="urn:microsoft.com/office/officeart/2005/8/layout/vList4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67DE09B5-392E-4661-A7AE-A0572D63DA68}" type="presOf" srcId="{99FF0D0F-282A-4030-9AF5-3B7621881539}" destId="{0E12AD21-08CC-4736-A269-DD5234F9D874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D1C04ECF-982A-425F-B2B1-9CF15BCEB83B}" type="presOf" srcId="{D546635F-000B-49DF-BB26-293CCA777400}" destId="{0E12AD21-08CC-4736-A269-DD5234F9D874}" srcOrd="1" destOrd="2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AC0A7FF3-EEC4-470A-823E-BF7AF1556A99}" srcId="{99FF0D0F-282A-4030-9AF5-3B7621881539}" destId="{D546635F-000B-49DF-BB26-293CCA777400}" srcOrd="1" destOrd="0" parTransId="{5437D343-BECF-4620-B6C7-7088D8BBD91B}" sibTransId="{B01A0825-9EDF-4B9A-B345-1B486D914AD4}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D2619F68-F71E-4DB7-B3E4-C0C69EDAA7FE}" type="presParOf" srcId="{6E1E561E-88C1-49C6-A3F7-DE4B9AD43273}" destId="{536722F8-2BA5-41A1-87DF-BBB1AF7DCA80}" srcOrd="4" destOrd="0" presId="urn:microsoft.com/office/officeart/2005/8/layout/vList4"/>
    <dgm:cxn modelId="{AFABECF8-EB39-4A9E-BB52-4A457A2CDD0A}" type="presParOf" srcId="{536722F8-2BA5-41A1-87DF-BBB1AF7DCA80}" destId="{F36F4ED1-B414-46B8-A8C5-C0FB11F5CFBC}" srcOrd="0" destOrd="0" presId="urn:microsoft.com/office/officeart/2005/8/layout/vList4"/>
    <dgm:cxn modelId="{F3A74078-C1EC-4C6F-B1ED-565182E04087}" type="presParOf" srcId="{536722F8-2BA5-41A1-87DF-BBB1AF7DCA80}" destId="{7C6A764B-C67C-494C-B90E-7B3C3DDE54A4}" srcOrd="1" destOrd="0" presId="urn:microsoft.com/office/officeart/2005/8/layout/vList4"/>
    <dgm:cxn modelId="{1973AF99-46F9-4317-B911-25815C189087}" type="presParOf" srcId="{536722F8-2BA5-41A1-87DF-BBB1AF7DCA80}" destId="{0E12AD21-08CC-4736-A269-DD5234F9D87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Nombre de estudiante</a:t>
          </a:r>
          <a:endParaRPr lang="es-CL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Cargo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Funciones desempeñadas</a:t>
          </a:r>
          <a:endParaRPr lang="es-CL" sz="2000" kern="1200" dirty="0"/>
        </a:p>
      </dsp:txBody>
      <dsp:txXfrm>
        <a:off x="1662653" y="0"/>
        <a:ext cx="5970840" cy="1359548"/>
      </dsp:txXfrm>
    </dsp:sp>
    <dsp:sp modelId="{9A7E2690-DE9C-4572-9BE5-B8C9A3B8BBB3}">
      <dsp:nvSpPr>
        <dsp:cNvPr id="0" name=""/>
        <dsp:cNvSpPr/>
      </dsp:nvSpPr>
      <dsp:spPr>
        <a:xfrm>
          <a:off x="135954" y="135954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495502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/>
            <a:t>Nombre de estudiante</a:t>
          </a:r>
          <a:endParaRPr lang="es-CL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Cargo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Funciones desempeñadas</a:t>
          </a:r>
          <a:endParaRPr lang="es-CL" sz="2000" kern="1200" dirty="0"/>
        </a:p>
      </dsp:txBody>
      <dsp:txXfrm>
        <a:off x="1662653" y="1495502"/>
        <a:ext cx="5970840" cy="1359548"/>
      </dsp:txXfrm>
    </dsp:sp>
    <dsp:sp modelId="{3F97C059-D720-4D48-953F-B84D04D0BF79}">
      <dsp:nvSpPr>
        <dsp:cNvPr id="0" name=""/>
        <dsp:cNvSpPr/>
      </dsp:nvSpPr>
      <dsp:spPr>
        <a:xfrm>
          <a:off x="135954" y="1631457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36F4ED1-B414-46B8-A8C5-C0FB11F5CFBC}">
      <dsp:nvSpPr>
        <dsp:cNvPr id="0" name=""/>
        <dsp:cNvSpPr/>
      </dsp:nvSpPr>
      <dsp:spPr>
        <a:xfrm>
          <a:off x="0" y="2991005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Nombre de estudiante</a:t>
          </a:r>
          <a:endParaRPr lang="es-CL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Cargo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Funciones desempeñadas</a:t>
          </a:r>
          <a:endParaRPr lang="es-CL" sz="2000" kern="1200" dirty="0"/>
        </a:p>
      </dsp:txBody>
      <dsp:txXfrm>
        <a:off x="1662653" y="2991005"/>
        <a:ext cx="5970840" cy="1359548"/>
      </dsp:txXfrm>
    </dsp:sp>
    <dsp:sp modelId="{7C6A764B-C67C-494C-B90E-7B3C3DDE54A4}">
      <dsp:nvSpPr>
        <dsp:cNvPr id="0" name=""/>
        <dsp:cNvSpPr/>
      </dsp:nvSpPr>
      <dsp:spPr>
        <a:xfrm>
          <a:off x="135954" y="3126960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529" y="495097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“NOMBRE DEL PROYECTO”</a:t>
            </a:r>
          </a:p>
          <a:p>
            <a:pPr algn="ctr"/>
            <a:r>
              <a:rPr lang="es-MX" sz="2400" dirty="0"/>
              <a:t>PRESENTACIÓN FINAL CAPSTONE</a:t>
            </a:r>
            <a:endParaRPr lang="es-CL" sz="2400" dirty="0"/>
          </a:p>
        </p:txBody>
      </p:sp>
      <p:pic>
        <p:nvPicPr>
          <p:cNvPr id="2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940DD14E-9A2F-BEB9-BA28-E596FDF87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963" y="4463247"/>
            <a:ext cx="4536009" cy="114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9683936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algn="just"/>
            <a:r>
              <a:rPr lang="es-MX" sz="1800" dirty="0"/>
              <a:t>Descripción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dirty="0"/>
              <a:t>Descripción</a:t>
            </a:r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Descripción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Descripción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* Utilizar cronograma de inicio, indicando el cumplimiento al término del proyecto </a:t>
            </a:r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BB5CADE-DDA2-A4F7-629E-7AEEB49F5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750566"/>
              </p:ext>
            </p:extLst>
          </p:nvPr>
        </p:nvGraphicFramePr>
        <p:xfrm>
          <a:off x="1248696" y="2595717"/>
          <a:ext cx="10235372" cy="3618273"/>
        </p:xfrm>
        <a:graphic>
          <a:graphicData uri="http://schemas.openxmlformats.org/drawingml/2006/table">
            <a:tbl>
              <a:tblPr firstRow="1" firstCol="1" bandRow="1"/>
              <a:tblGrid>
                <a:gridCol w="1245540">
                  <a:extLst>
                    <a:ext uri="{9D8B030D-6E8A-4147-A177-3AD203B41FA5}">
                      <a16:colId xmlns:a16="http://schemas.microsoft.com/office/drawing/2014/main" val="1385875515"/>
                    </a:ext>
                  </a:extLst>
                </a:gridCol>
                <a:gridCol w="494161">
                  <a:extLst>
                    <a:ext uri="{9D8B030D-6E8A-4147-A177-3AD203B41FA5}">
                      <a16:colId xmlns:a16="http://schemas.microsoft.com/office/drawing/2014/main" val="3026825544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982458150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2813336322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66681020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41682826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85303461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66676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597728732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367593723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056193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07868546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033199576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24485229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66135751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629908258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147780406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236880654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86726502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959863927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366369285"/>
                    </a:ext>
                  </a:extLst>
                </a:gridCol>
              </a:tblGrid>
              <a:tr h="524466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283734"/>
                  </a:ext>
                </a:extLst>
              </a:tr>
              <a:tr h="540519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9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16602"/>
                  </a:ext>
                </a:extLst>
              </a:tr>
              <a:tr h="148830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i="1">
                          <a:solidFill>
                            <a:srgbClr val="548DD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Describe actividades del punto anterior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18220"/>
                  </a:ext>
                </a:extLst>
              </a:tr>
              <a:tr h="54051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361947"/>
                  </a:ext>
                </a:extLst>
              </a:tr>
              <a:tr h="5244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495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*Presentar esquema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*Exposición del sistema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272</Words>
  <Application>Microsoft Office PowerPoint</Application>
  <PresentationFormat>Panorámica</PresentationFormat>
  <Paragraphs>128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Gerardo enrique Galan Cruz</cp:lastModifiedBy>
  <cp:revision>5</cp:revision>
  <dcterms:created xsi:type="dcterms:W3CDTF">2023-10-28T21:12:11Z</dcterms:created>
  <dcterms:modified xsi:type="dcterms:W3CDTF">2026-06-19T20:49:30Z</dcterms:modified>
</cp:coreProperties>
</file>